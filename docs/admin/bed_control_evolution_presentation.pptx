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回収ベッド日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59E0B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退院曜日
平準化
(+0.3%)</c:v>
                </c:pt>
                <c:pt idx="1">
                  <c:v>空床ラグ
短縮
(+0.2%)</c:v>
                </c:pt>
                <c:pt idx="2">
                  <c:v>入院経路
可視化
(+0.3%)</c:v>
                </c:pt>
                <c:pt idx="3">
                  <c:v>在院日数
可視化
(+0.2%)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70</c:v>
                </c:pt>
                <c:pt idx="2">
                  <c:v>100</c:v>
                </c:pt>
                <c:pt idx="3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F6-F94F-BCA7-A6362B17FA79}"/>
            </c:ext>
          </c:extLst>
        </c:ser>
        <c:dLbls>
          <c:numFmt formatCode="#,##0&quot;日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>
                    <a:solidFill>
                      <a:srgbClr val="94A3B8"/>
                    </a:solidFill>
                  </a:defRPr>
                </a:pPr>
                <a:r>
                  <a:t>回収ベッド日/年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7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数字が見えれば、現場が変わる。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なぜ今、見える化なのか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数値が見えなかった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稼働率の目標はあっても、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リアルタイムの数値を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確認する手段が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なかった。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金額換算できなかった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金額に換算する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仕組みがなかった。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見えないものは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議論しようがない。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パターンが見えなかった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入退院の曜日偏在、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医師別のパターン——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感覚ではわかっていても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データとして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共有できなかった。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今、データで見える仕組みが整った。ここから、数字で語る経営が始まる。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973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183880" cy="731520"/>
          </a:xfrm>
          <a:prstGeom prst="rect">
            <a:avLst/>
          </a:prstGeom>
          <a:solidFill>
            <a:srgbClr val="1A2744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（常勤医師1名の年間手取り収入に相当）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4A3B8"/>
                </a:solidFill>
                <a:latin typeface="Calibri"/>
              </a:rPr>
              <a:t>※ アプリ上では経営数値の直接表示を避け、職員が実感しやすい表現に変換しています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13816" y="1463783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5263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金曜退院が全体の40%を占めた場合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土日の稼働率が大きく低下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数百万円規模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（実データで自動算出）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49776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ある医師の入院創出が前月比で増加した場合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稼働率への貢献度を自動算出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年間換算の金額を自動表示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どうなり得るか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シミュレーションで試算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-8251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1801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31881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01476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8580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35508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11788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4271861"/>
            <a:ext cx="804672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744"/>
                </a:solidFill>
                <a:latin typeface="Calibri"/>
              </a:rPr>
              <a:t>▶ </a:t>
            </a:r>
            <a:r>
              <a:rPr sz="1100" b="1" dirty="0" err="1">
                <a:solidFill>
                  <a:srgbClr val="1A2744"/>
                </a:solidFill>
                <a:latin typeface="Calibri"/>
              </a:rPr>
              <a:t>データから考えられる打ち手の例</a:t>
            </a:r>
            <a:endParaRPr sz="1100" b="1" dirty="0">
              <a:solidFill>
                <a:srgbClr val="1A2744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入院創出医へのインセンティブ設計と効果検証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退院曜日の平準化による週末稼働率の改善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入院経路別の強化策（連携室・救急の受入拡大</a:t>
            </a:r>
            <a:r>
              <a:rPr sz="1000" dirty="0">
                <a:solidFill>
                  <a:srgbClr val="1E293B"/>
                </a:solidFill>
                <a:latin typeface="Calibri"/>
              </a:rPr>
              <a:t>）</a:t>
            </a: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非常勤医師の入院創出パターン分析と契約条件の見直し</a:t>
            </a:r>
            <a:endParaRPr sz="100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887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約340ベッド日/年の回収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1031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約1,000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926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 +1.0% ≒ 年間約1,000万円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各項目は実データ蓄積後に精緻化。コストゼロの「見える化」が改善の第一歩です。</a:t>
            </a:r>
            <a:endParaRPr 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3108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94A3B8"/>
                </a:solidFill>
                <a:latin typeface="Calibri"/>
              </a:rPr>
              <a:t>（94床・月150件での控えめな試算）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94A3B8"/>
                </a:solidFill>
                <a:latin typeface="Calibri"/>
              </a:rPr>
              <a:t>1%=343ベッド日=約1,046万円（94床ベース）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「病棟全体の退院パターンが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月○万円の影響」と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66666"/>
                </a:solidFill>
              </a:defRPr>
            </a:pPr>
            <a:r>
              <a:t>新機能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HOPE連携 — 数字を、行動に変える。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アプリが生成した病床サマリーを、HOPE電子カルテのToDoで医師に直接届ける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5BA0"/>
                </a:solidFill>
              </a:defRPr>
            </a:pPr>
            <a:r>
              <a:t>① 全体サマリー（全員向け）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【病床管理】4/5</a:t>
            </a:r>
            <a:br/>
            <a:r>
              <a:t>全体88/94床(93.6%)</a:t>
            </a:r>
            <a:br/>
            <a:r>
              <a:t>5F:40/47床(85.1%) 空7床</a:t>
            </a:r>
            <a:br/>
            <a:r>
              <a:t>6F:46/47床(97.9%) 残1床⚠</a:t>
            </a:r>
            <a:br/>
            <a:r>
              <a:t>本日 入院5 退院4 純増+1</a:t>
            </a:r>
            <a:br/>
            <a:br/>
            <a:r>
              <a:t>6F満床近く入院制限中</a:t>
            </a:r>
            <a:br/>
            <a:r>
              <a:t>5Fは受入余力あり</a:t>
            </a:r>
            <a:br/>
            <a:r>
              <a:t>（病床管理室）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02D2D"/>
                </a:solidFill>
              </a:defRPr>
            </a:pPr>
            <a:r>
              <a:t>② 医師別 退院調整依頼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【退院調整のご相談】4/5</a:t>
            </a:r>
            <a:br/>
            <a:r>
              <a:t>○○先生</a:t>
            </a:r>
            <a:br/>
            <a:br/>
            <a:r>
              <a:t>担当患者で在院21日以上の方:</a:t>
            </a:r>
            <a:br/>
            <a:r>
              <a:t>・6F 入院3/15 在院21日目</a:t>
            </a:r>
            <a:br/>
            <a:r>
              <a:t>・6F 入院3/10 在院26日目</a:t>
            </a:r>
            <a:br/>
            <a:br/>
            <a:r>
              <a:t>現在6F稼働率97.9%(残1床)で</a:t>
            </a:r>
            <a:br/>
            <a:r>
              <a:t>新規入院の受入が困難な状況です。</a:t>
            </a:r>
            <a:br/>
            <a:br/>
            <a:r>
              <a:t>退院・転院の見通しをお知らせ</a:t>
            </a:r>
            <a:br/>
            <a:r>
              <a:t>ください。</a:t>
            </a:r>
            <a:br/>
            <a:r>
              <a:t>（病床管理室）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44444"/>
                </a:solidFill>
              </a:defRPr>
            </a:pPr>
            <a:r>
              <a:t>✓  400文字以内で自動生成 → コピーボタンでワンクリックコピー → HOPEに貼り付けて送信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患者個人情報は一切含まない（入院日と在院日数のみ）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院内LAN完結 — インターネット接続不要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『金曜退院を20%削減したら？』『救急受入を月5件増やしたら？』</a:t>
            </a:r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経営会議で『稼働率+1%プラン』を提案 → 根拠データ付きPDFを配布</a:t>
            </a: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数字が見えれば、現場が変わる。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21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03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194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3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44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4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95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54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51560" y="345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04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51560" y="395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533</Words>
  <Application>Microsoft Macintosh PowerPoint</Application>
  <PresentationFormat>画面に合わせる (16:9)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久保田 徹</cp:lastModifiedBy>
  <cp:revision>3</cp:revision>
  <dcterms:created xsi:type="dcterms:W3CDTF">2026-04-04T11:03:13Z</dcterms:created>
  <dcterms:modified xsi:type="dcterms:W3CDTF">2026-04-05T01:34:48Z</dcterms:modified>
</cp:coreProperties>
</file>