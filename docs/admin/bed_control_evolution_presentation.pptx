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改善効果（万円/年）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59E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退院曜日
平準化</c:v>
                  </c:pt>
                  <c:pt idx="1">
                    <c:v>空床ラグ
短縮</c:v>
                  </c:pt>
                  <c:pt idx="2">
                    <c:v>入院創出
強化</c:v>
                  </c:pt>
                  <c:pt idx="3">
                    <c:v>在院日数
適正化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576</c:v>
                </c:pt>
                <c:pt idx="1">
                  <c:v>334</c:v>
                </c:pt>
                <c:pt idx="2">
                  <c:v>890</c:v>
                </c:pt>
                <c:pt idx="3">
                  <c:v>445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59E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ベッドコントロール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見える化アプリの進化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548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精神論から、数字へ。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おもろまちメディカルセンター  |  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現状の課題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精神論の限界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「稼働率を上げよう！」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という掛け声だけ。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具体的な数値目標も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改善策もなし。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8016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価値が不透明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稼働率1%の価値を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経営陣含め誰も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具体的に知らない。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運営会議で話題に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なったことがない。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28016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行動が見えない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医師別の入退院パターン、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入院創出の貢献、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退院曜日の偏在——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誰でも気づいているが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データで示せない。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「この病院はおかしい」—— そう言われないために、数字で語る仕組みが必要。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稼働率 1% の価値を知っていますか？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病床数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1280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06240" y="12801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365日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¥30,500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1日単価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371600" y="2834640"/>
            <a:ext cx="640080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年間 </a:t>
            </a:r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1,113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万円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営業利益 3,550万円 の 31% 相当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たった1%の改善が、営業利益の約3分の1に匹敵する。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令和7年度 経営実績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30冄7,890万円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3,550万円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1.15%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8016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00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地域包括医療病棟 稼働率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9184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職員数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290名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稼働率目標 90% まで、あと 1%。 その 1% = 年間 1,113万円。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常時表示の基盤指標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現在の稼働率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あと1%で年間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+1,113万円</a:t>
            </a:r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（営業利益の31%相当）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どのタブを見ていても、常に目に入る位置に表示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004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全員が共通認識を持つ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稼働率1%の経済的インパクトを全職員が理解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32004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日々の判断が変わる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入退院の判断が「金額」と紐づいて意識される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2004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目標が具体的になる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「あと1%」が精神論ではなく経営数値として語られる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「改善のヒント」自動検出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1645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金曜退院の集中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先月の金曜退院は32件（全体の40%）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土日の平均稼働率が82%に低下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年間推定ロス: 576万円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（営業利益の16%相当）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入院創出の貢献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C先生の入院創出: 月12件（前月比+4件）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稼働率への貢献: +0.3%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年間換算: +334万円の売上貢献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設計思想: データが問いかける仕組み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977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何が起きているか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事実の提示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39319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4023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54680" y="3977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いくらの影響か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4023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3977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営業利益の何%か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比率で実感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39319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86600" y="4023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3977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どうすれば良いか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改善策の提示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医師別分析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入院時の入力フロー（プルダウン選択のみ）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入院経路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外来紹介 / 救急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連携室 / ウォークイン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9202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入院創出医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入院を生んだ医師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（いれば選択）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9202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入院担当医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病棟で受け持つ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主治医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これだけで自動的に得られる分析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医師別の月間入院・退院件数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医師別の退院曜日分布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医師別の在院日数・フェーズ構成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医師別の稼働貢献度（金額換算）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入院経路別の件数推移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入院創出医の貢献ランキング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改善の積み重ね効果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71600"/>
            <a:ext cx="2926080" cy="2743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合計改善ポテンシャル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2,245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94360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万円/年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稼働率換算: 約+2%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個別は小さくても、積み重ねれば営業利益の 63% に相当する改善余地がある。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気づき → 確認 → 対話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データに基づく建設的な対話を生む3ステップ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9202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気づき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「改善のヒント」が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問題を自動で提示。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アプリを開くだけで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今日注目すべきことがわかる。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9202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確認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データとグラフで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裏付けを自分の目で確認。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医師別・曜日別の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パターンが一目瞭然。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9202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対話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根拠を持って相手に提示。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「あなたの退院パターンが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月○万円の影響です」と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数字で対話できる。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将来構想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第2層: 改善仮説の保存・比較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What-if分析を「名前付き仮説」として保存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複数仮説の同時シミュレーション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改善の積み重ね効果を可視化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第3層: 提案書の自動生成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検証済み仮説を経営会議フォーマットに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現状→目標→想定効果→施策の構造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PDF・院内メールで配布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立場別ビュー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4048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コントローラー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改善アクションの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38404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38404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自分の入退院パターン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と全体への影響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8404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84048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看護師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改善が人件費原資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としていくらか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38404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38404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経営指標サマリー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と改善トレンド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精神論を、数字に変える。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全職員が自発的に改善に動く仕組みを作る。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稼働率1% = 年間1,113万円 = 営業利益の31%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974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「改善のヒント」で問題を自動検出し、金額で示す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医師別の入退院パターンを可視化し、対話の根拠を作る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改善の積み重ねで、一人ひとりの給与・賞与の原資を増やす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06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コストゼロで運用可能（電子カルテ連携不要）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おもろまちメディカルセンター  |  ベッドコントロールシミュレーター v3.0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ベッドコントロール見える化アプリの進化</dc:title>
  <dc:subject>PptxGenJS Presentation</dc:subject>
  <dc:creator>おもろまちメディカルセンター</dc:creator>
  <cp:lastModifiedBy>おもろまちメディカルセンター</cp:lastModifiedBy>
  <cp:revision>1</cp:revision>
  <dcterms:created xsi:type="dcterms:W3CDTF">2026-04-04T08:22:22Z</dcterms:created>
  <dcterms:modified xsi:type="dcterms:W3CDTF">2026-04-04T08:22:22Z</dcterms:modified>
</cp:coreProperties>
</file>