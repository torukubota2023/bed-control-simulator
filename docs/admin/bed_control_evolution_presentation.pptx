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改善効果（万円/年）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59E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退院曜日
平準化</c:v>
                  </c:pt>
                  <c:pt idx="1">
                    <c:v>空床ラグ
短縮</c:v>
                  </c:pt>
                  <c:pt idx="2">
                    <c:v>入院創出
強化</c:v>
                  </c:pt>
                  <c:pt idx="3">
                    <c:v>在院日数
適正化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334</c:v>
                </c:pt>
                <c:pt idx="2">
                  <c:v>890</c:v>
                </c:pt>
                <c:pt idx="3">
                  <c:v>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59E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精神論から、数字へ。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現状の課題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精神論の限界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「稼働率を上げよう！」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という掛け声だけ。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具体的な数値目標も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改善策もなし。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価値が不透明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経営陣含め誰も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具体的に知らない。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運営会議で話題に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なったことがない。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行動が見えない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医師別の入退院パターン、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入院創出の貢献、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退院曜日の偏在——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誰でも気づいているが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データで示せない。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「この病院はおかしい」—— そう言われないために、数字で語る仕組みが必要。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pPr algn="ctr" indent="0" marL="0">
              <a:buNone/>
            </a:pP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（年間黒字額の29%相当）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先月の金曜退院は32件（全体の40%）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土日の平均稼働率が82%に低下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576万円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（年間黒字額の16%相当）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9659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C先生の入院創出: 月12件（前月比+4件）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稼働率への貢献: +0.3%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年間換算: +334万円の売上貢献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どうすれば良いか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改善策の提示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92024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920240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92024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4389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0" y="1554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合計改善ポテンシャル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0116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2,245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834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2004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稼働率換算: 約+2%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個別は小さくても、積み重ねれば年間黒字額の 63% に相当する改善余地がある。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「あなたの退院パターンが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月○万円の影響です」と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精神論を、数字に変える。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9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78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69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20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79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70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0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おもろまちメディカルセンター</cp:lastModifiedBy>
  <cp:revision>1</cp:revision>
  <dcterms:created xsi:type="dcterms:W3CDTF">2026-04-04T11:03:13Z</dcterms:created>
  <dcterms:modified xsi:type="dcterms:W3CDTF">2026-04-04T11:03:13Z</dcterms:modified>
</cp:coreProperties>
</file>