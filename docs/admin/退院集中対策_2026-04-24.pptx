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29200"/>
            <a:ext cx="12191695" cy="1828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退院集中という隠れた損失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D1D5DB"/>
                </a:solidFill>
              </a:rPr>
              <a:t>— 実データが示す構造的問題と、枠管理による対策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おもろまちメディカルセンター  副院長  久保田 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5E7EB"/>
                </a:solidFill>
              </a:rPr>
              <a:t>2026-04-24  病棟師長会議 / ベッドコントロール説明資料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🚨 今日のカンファで起きたこと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C2626"/>
                </a:solidFill>
              </a:rPr>
              <a:t>2026-04-24（今日）— 1 日で退院 8 名が重なった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1247120" cy="21031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7280"/>
                </a:solidFill>
              </a:rPr>
              <a:t>病棟の声: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・「業務がパンクしている」病棟看護師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・「稼働率が一気に下がる」経営的リスク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・「コントローラー不在で、度々こういうことが起きる」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74151"/>
                </a:solidFill>
              </a:rPr>
              <a:t>これは偶然の一度きり？それとも構造的な問題？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563EB"/>
                </a:solidFill>
              </a:rPr>
              <a:t>→ 過去 1 年の実データ（1,793 件）を分析して検証しました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📊 実データが示す「退院集中」の構造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過去 1 年（2025-04〜2026-04、5F+6F 計 1,793 件）の曜日別 枠超過日数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4151"/>
                </a:solidFill>
              </a:rPr>
              <a:t>5F 病棟（22 日 / 382 日 = 5.8%）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13432"/>
            <a:ext cx="9144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2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60903"/>
            <a:ext cx="182880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4 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80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008375"/>
            <a:ext cx="182880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4 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355847"/>
            <a:ext cx="9144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328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2 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758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703320"/>
            <a:ext cx="9144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6758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2 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233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050791"/>
            <a:ext cx="3657600" cy="2286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8 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7083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4398264"/>
            <a:ext cx="457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3708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0 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4151"/>
                </a:solidFill>
              </a:rPr>
              <a:t>6F 病棟（27 日 / 387 日 = 7.0%）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2313432"/>
            <a:ext cx="4572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1 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660903"/>
            <a:ext cx="3657600" cy="2286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8 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9809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0" y="3008375"/>
            <a:ext cx="182880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9809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4 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32841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3355847"/>
            <a:ext cx="1828800" cy="2286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33284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4 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7588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9440" y="3703320"/>
            <a:ext cx="3657600" cy="2286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36758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8 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0233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9440" y="4050791"/>
            <a:ext cx="91440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40233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2 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370831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4398264"/>
            <a:ext cx="45720" cy="2286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43708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0 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74151"/>
                </a:solidFill>
              </a:rPr>
              <a:t>見えてきた病棟の個性（偶然ではなく構造的）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・5F（外科・整形中心）: 土曜に退院が集中（8 日 = 36%）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・6F（内科中心）: 火曜・金曜に集中（各 8 日 = 合計 59%）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📅 「2 週間に 1 回」起きている現象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年間枠超過日数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C2626"/>
                </a:solidFill>
              </a:rPr>
              <a:t>49 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5F 22 日 + 6F 27 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37160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平均発生頻度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783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</a:rPr>
              <a:t>2 週に 1 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5F 約 17 日に 1 回 / 6F 約 14 日に 1 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44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最大退院数 /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C2626"/>
                </a:solidFill>
              </a:rPr>
              <a:t>9 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6F 2025-12-30 (火) 記録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</a:rPr>
              <a:t>直近の 8 名退院事件は「最大級」ではなく「よくある重なり」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20116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</a:rPr>
              <a:t>超過が大きい日 TOP 5（年間）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</a:rPr>
              <a:t>🔴 2025-12-30 (火) 6F   退院 9 名 / 枠 5 → +4 超過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🔴 2026-01-27 (火) 6F   退院 9 名 / 枠 5 → +4 超過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🟠 2025-05-29 (木) 5F   退院 8 名 / 枠 5 → +3 超過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🟠 2025-07-19 (土) 5F   退院 8 名 / 枠 5 → +3 超過</a:t>
            </a:r>
          </a:p>
          <a:p>
            <a:pPr algn="l"/>
            <a:r>
              <a:rPr sz="1300" b="0">
                <a:solidFill>
                  <a:srgbClr val="1F2937"/>
                </a:solidFill>
              </a:rPr>
              <a:t>🟠 2026-02-17 (火) 6F   退院 8 名 / 枠 5 → +3 超過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📉 退院集中が稼働率に与える影響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退院が一日に集中する → 翌日の在院数ガクッと減少 → 数日かけて元に戻る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1247120" cy="3017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【パターン A】枠制限なし（実績）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月  : 稼働率 92% ▬▬▬▬▬▬▬▬▬▬▬▬▬▬▬▬▬▬▬▬▬▬ (通常)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火  : 稼働率 80% ▬▬▬▬▬▬▬▬▬▬▬▬▬▬▬▬ (8 名退院で急落)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水  : 稼働率 82% ▬▬▬▬▬▬▬▬▬▬▬▬▬▬▬▬▬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木  : 稼働率 84% ▬▬▬▬▬▬▬▬▬▬▬▬▬▬▬▬▬▬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金  : 稼働率 87% ▬▬▬▬▬▬▬▬▬▬▬▬▬▬▬▬▬▬▬▬ (徐々に回復)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【パターン B】枠制限あり（現仕様）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月  : 稼働率 92% ▬▬▬▬▬▬▬▬▬▬▬▬▬▬▬▬▬▬▬▬▬▬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火  : 稼働率 85% ▬▬▬▬▬▬▬▬▬▬▬▬▬▬▬▬▬▬▬▬▬ (5 名で抑制、3 名翌日へ)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水  : 稼働率 85% ▬▬▬▬▬▬▬▬▬▬▬▬▬▬▬▬▬▬▬▬▬ (横ばい、急落回避)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木  : 稼働率 89% ▬▬▬▬▬▬▬▬▬▬▬▬▬▬▬▬▬▬▬▬▬▬▬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金  : 稼働率 91% ▬▬▬▬▬▬▬▬▬▬▬▬▬▬▬▬▬▬▬▬▬▬▬ (順調に回復)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</a:rPr>
              <a:t>「累積は同じ」でも「平均稼働率」は改善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目標レンジ（90-95%）から外れる日数が減る → 月次平均が押し上がる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💰 診療報酬換算：年間 812 万円の機会損失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シミュレーションで算出した「退院集中による機会損失」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16459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</a:rPr>
              <a:t>計算の前提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・地域包括医療病棟 入院料 (イ, 緊急×無手術) = 3,367 点/日 = 33,670 円/日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・平均稼働率改善幅: 5F +0.51 pt, 6F +0.90 pt（過去 1 年実データベース）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・年間延べ床日増 = 改善幅 × 病棟床数 47 × 365 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4048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5F 改善効果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B981"/>
                </a:solidFill>
              </a:rPr>
              <a:t>+ 293 万円/年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稼働率 +0.51 pt × 床日換算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84048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6F 改善効果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B981"/>
                </a:solidFill>
              </a:rPr>
              <a:t>+ 519 万円/年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稼働率 +0.90 pt × 床日換算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840480"/>
            <a:ext cx="347472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合計経営改善効果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</a:rPr>
              <a:t>+ 812 万円/年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常勤医師 1 名の手取りに相当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</a:rPr>
              <a:t>💡 現実の運用では 50-70% 実現できれば 400-570 万円/年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✅ 枠制限 UI の導入効果（シミュレーション結果）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実データに「月〜土 5 枠 / 日祝 2 枠 / 超過時は翌日 -N」のルールを当てはめると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657600" cy="164592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</a:rPr>
              <a:t>5F 枠超過日数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Before: 22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After:  0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介入率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657600" cy="164592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</a:rPr>
              <a:t>6F 枠超過日数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Before: 27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After:  0 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介入率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20240"/>
            <a:ext cx="3657600" cy="1645920"/>
          </a:xfrm>
          <a:prstGeom prst="roundRect">
            <a:avLst/>
          </a:prstGeom>
          <a:solidFill>
            <a:srgbClr val="F9FAF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</a:rPr>
              <a:t>総退院数（保存）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286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C2626"/>
                </a:solidFill>
              </a:rPr>
              <a:t>Before: 変化なし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After:  同じ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患者の追い出しではない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74151"/>
                </a:solidFill>
              </a:rPr>
              <a:t>枠制限 UI は「過去 1 年の枠超過日 49 回すべてを未然に防げた」水準の効果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1247120" cy="155448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</a:rPr>
              <a:t>現仕様で実装済みの機能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✓ 月〜土 5 枠 / 日祝 2 枠の基本枠ルール（単一ソースで管理）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✓ 超過時に翌営業日の枠を -N 自動縮小（連続累積なし）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✓ 日曜退院を推奨表示（⭐ マーカー、枠 2 の短いバー）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✓ 動的枠調整（稼働率 95% 以上で +1 枠）</a:t>
            </a:r>
          </a:p>
          <a:p>
            <a:pPr algn="l"/>
            <a:r>
              <a:rPr sz="1200" b="0">
                <a:solidFill>
                  <a:srgbClr val="1F2937"/>
                </a:solidFill>
              </a:rPr>
              <a:t>✓ 主治医別突発退院の頻度集計（運用改善向け）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🏥 現場の負荷軽減：稼働率以外のメリット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● 病棟業務の平準化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71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退院処理 8 名 → 5 名で退院手続き・書類・ベッドメイク・送迎が分散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1124712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● 病棟師長の裁量確保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317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スタッフ配置の急遽変更が不要、計画通りのシフト運用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24712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</a:rPr>
              <a:t>● 入退院調整 NS の業務リズム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29184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週の後半に負荷が集中しない、カンファの判断材料が見える化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60520"/>
            <a:ext cx="1124712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● 経営部の予見性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251959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稼働率の急落を事前予測 → 投資判断・人員配置に反映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20640"/>
            <a:ext cx="1124712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12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● 副院長（ベッドコントローラー）の不在対応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212079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アプリが判断材料を提示 → 不在時も事故なく運営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🎯 ベッドコントローラー向け運用フロー（提案）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現仕様＋追加策を組み合わせた、1 週間の運用サイクル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8872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水曜夜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737360"/>
            <a:ext cx="9875520" cy="731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</a:rPr>
              <a:t>カンファ前「混雑警告」サマリー自動生成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4884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</a:rPr>
              <a:t>→ 翌週の超過リスク日 TOP 3 が副院長にプッシュ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06039"/>
            <a:ext cx="1188720" cy="73152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79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木曜カンファ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606039"/>
            <a:ext cx="9875520" cy="731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5175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</a:rPr>
              <a:t>病棟ごとに退院予定を確定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0175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</a:rPr>
              <a:t>→ 枠超過時は即座に別日候補を検討、動かせない理由もタグで管理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1188720" cy="7315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木曜午後〜金曜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474720"/>
            <a:ext cx="9875520" cy="731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520439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</a:rPr>
              <a:t>カレンダー上で確認・微調整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862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</a:rPr>
              <a:t>→ 日曜推奨枠を活用、超過予想日の早期分散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43400"/>
            <a:ext cx="1188720" cy="7315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退院当日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343400"/>
            <a:ext cx="9875520" cy="731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438912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</a:rPr>
              <a:t>突発退院（主治医独断）の監視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7548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</a:rPr>
              <a:t>→ ⚡ マーカーで集計、月次レポートで主治医別頻度を共有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118872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月初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212080"/>
            <a:ext cx="9875520" cy="73152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2578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74151"/>
                </a:solidFill>
              </a:rPr>
              <a:t>月次レポート自動生成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623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</a:rPr>
              <a:t>→ 経営会議で枠制限の効果と稼働率改善を報告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Slide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374151"/>
                </a:solidFill>
              </a:rPr>
              <a:t>💎 まとめ: 退院の「日」を選ぶだけで、病院は変わる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見えない損失を可視化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退院集中は 2 週間に 1 回、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年間 49 回起きている構造的問題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</a:rPr>
              <a:t>数字で意思決定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稼働率 +0.5〜0.9 pt、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年間 812 万円の改善余地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657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</a:rPr>
              <a:t>全員で支える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1945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病棟・調整 NS・副院長が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同じ画面で判断できる仕組み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247120" cy="164592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ベッドコントローラーは、特別な誰かではない。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1D5DB"/>
                </a:solidFill>
              </a:rPr>
              <a:t>全員がカレンダーを見て、数字で判断する文化があれば、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1D5DB"/>
                </a:solidFill>
              </a:rPr>
              <a:t>不在のコントローラーを超える運営が、アプリと一緒に実現できる。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2026-04-24  おもろまちメディカルセンター  副院長 久保田 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